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25" d="100"/>
          <a:sy n="125" d="100"/>
        </p:scale>
        <p:origin x="-608" y="-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1855D-82B9-BCC7-9F16-86C34D498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EC0E4D-1140-345F-CF5A-2923488A7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D040BC-050B-3947-A868-1093033D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9E70-7C88-42D9-B146-5ECC5C847D2F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C9915-5485-F981-43B0-9606082A7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C93F8F-D2B1-47DF-8011-A9C78DDB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0308-7F95-4155-865B-4541FDF40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06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8FAA3-2FE7-206B-2D81-FDE95F2E3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CD025F-E33E-E825-A32D-19DCD5C6E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7436DF-760C-EB00-BE5E-06833271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9E70-7C88-42D9-B146-5ECC5C847D2F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EB488F-749C-5581-95B1-4D085AC9F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57B73F-5617-1E7C-2094-267266205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0308-7F95-4155-865B-4541FDF40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68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95345-9CDF-F258-EEF7-FB1C4A1E1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39EC7D-133E-53AE-9EAE-8C88DBDAF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B95EE5-9F03-E24D-A573-82D91C9A0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9E70-7C88-42D9-B146-5ECC5C847D2F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8FF82C-306B-67D5-B066-44BC14D5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B25DF3-9635-9ECA-77C4-4C495DD8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0308-7F95-4155-865B-4541FDF40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12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37CB9-BDFB-C607-D982-741A2D81E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2ABDD7-0139-83D0-0B66-0FCC70B5E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A6404F-BFA0-2AB1-19A0-D6D0420C4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FB9B17-6E96-3DC5-4DBC-51813C83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9E70-7C88-42D9-B146-5ECC5C847D2F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A646B5-81EB-A28B-0628-7CA019C7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733DF1-D4A8-1834-3DFE-ECA516DB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0308-7F95-4155-865B-4541FDF40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508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DDD768-7823-A4E7-9E18-630C197FA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A1679-EBCA-DFFB-B264-5867DA450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34C77F-F030-DD4F-483B-F149FC914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138805-A6F1-4C81-8DAF-4C8183787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F83E966-5B0E-FAA4-D293-BAD98F349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4897EF-FB49-B665-C212-81482DE7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9E70-7C88-42D9-B146-5ECC5C847D2F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0269E5-D115-4467-745F-422EF5125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B6D3FE-DD03-9829-813B-E948181CD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0308-7F95-4155-865B-4541FDF40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848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54AA3-335C-354C-DA08-F1025C335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443513-5ED3-7DE4-F160-9896ED99B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9E70-7C88-42D9-B146-5ECC5C847D2F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F3468A-8929-86A6-9530-142513AE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BCD0DC-5C9D-E59A-01B6-4233F6D8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0308-7F95-4155-865B-4541FDF40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33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86426F4-59EE-51E1-1CEA-968190FA7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9E70-7C88-42D9-B146-5ECC5C847D2F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98B10A-0BE9-8222-C4D6-B2186FC2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FFF22A-2C19-D137-6987-96DC3BAC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0308-7F95-4155-865B-4541FDF40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620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6D172-0D0C-2590-F4A5-5175509E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5A03BC-A316-225B-5385-87DB5D0AD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7DAD8C-B0EC-58BB-1FBB-2F7E720FE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DE093C-685B-A621-84F8-CA26475C3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9E70-7C88-42D9-B146-5ECC5C847D2F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6BEC25-656F-F2F5-89FA-EA9C8C30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61CF4-EAA9-11DB-B001-1B9F7974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0308-7F95-4155-865B-4541FDF40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103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FE6FE-0BAC-D9C7-24FA-ABC58B0AD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536411-35A7-CE3F-C05A-7D5D44AC6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089B28-7FE3-7ABF-6862-644FCDE64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DEDEF4-864F-D9C5-2708-AA1C0571F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9E70-7C88-42D9-B146-5ECC5C847D2F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A5C295-E219-9824-04C7-39E44B54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26B63B-A3B3-A3D4-4EF1-BF2173A0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0308-7F95-4155-865B-4541FDF40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814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E3F11-CE95-E722-1EE5-01CF08B4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7BFC3E-7139-DE38-768F-EAB9AF353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7E313A-BB99-F1B6-BD27-D18BACAFC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9E70-7C88-42D9-B146-5ECC5C847D2F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00B102-084F-5FC0-153B-826B72FC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9F25CA-6DA6-243D-0832-93C0F988F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0308-7F95-4155-865B-4541FDF40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959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2A87D25-271A-115D-DE2B-C393FC2D1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65ABA2-D1C2-3D8C-7E8F-2337B5CB4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B72B47-377D-7FF1-2AE3-F15471D06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9E70-7C88-42D9-B146-5ECC5C847D2F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11F352-9F7F-F05C-7917-2A5D5FBE3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E8E358-6D49-0581-7BE5-36B7A52DD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30308-7F95-4155-865B-4541FDF40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60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AEBBEAB-D37E-349A-093A-5F6A023C0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752B44-5A0B-F6A0-2879-37DC6737C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3418C-52BE-F9F6-CD5A-5D82CEFEE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99E70-7C88-42D9-B146-5ECC5C847D2F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5E7939-C825-066A-BB73-5464956DE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8A3FAB-93C4-6877-C1F3-60F77E241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630308-7F95-4155-865B-4541FDF40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182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871F6BE1-F758-44FD-BEC1-8478E2C41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020" y="1560830"/>
            <a:ext cx="3733800" cy="13081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AD006D7-771A-0906-47A0-02F375D2C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020" y="2996443"/>
            <a:ext cx="3733800" cy="6604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F72F50E-3A7C-2989-9FA3-299C575A1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020" y="3789680"/>
            <a:ext cx="3733800" cy="15240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AAC6D0C-AE79-EE95-6AE0-E34A4CBFF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7020" y="5431790"/>
            <a:ext cx="3733800" cy="444500"/>
          </a:xfrm>
          <a:prstGeom prst="rect">
            <a:avLst/>
          </a:prstGeom>
        </p:spPr>
      </p:pic>
      <p:sp>
        <p:nvSpPr>
          <p:cNvPr id="36" name="순서도: 다른 페이지 연결선 35">
            <a:extLst>
              <a:ext uri="{FF2B5EF4-FFF2-40B4-BE49-F238E27FC236}">
                <a16:creationId xmlns:a16="http://schemas.microsoft.com/office/drawing/2014/main" id="{D6BFBCBE-A868-663E-48F7-F6FF272A4E63}"/>
              </a:ext>
            </a:extLst>
          </p:cNvPr>
          <p:cNvSpPr/>
          <p:nvPr/>
        </p:nvSpPr>
        <p:spPr>
          <a:xfrm>
            <a:off x="1706880" y="1560830"/>
            <a:ext cx="929640" cy="130810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영업</a:t>
            </a:r>
          </a:p>
        </p:txBody>
      </p:sp>
      <p:sp>
        <p:nvSpPr>
          <p:cNvPr id="37" name="순서도: 다른 페이지 연결선 36">
            <a:extLst>
              <a:ext uri="{FF2B5EF4-FFF2-40B4-BE49-F238E27FC236}">
                <a16:creationId xmlns:a16="http://schemas.microsoft.com/office/drawing/2014/main" id="{60DAAD2F-68B1-97BF-0D57-4586B8201A73}"/>
              </a:ext>
            </a:extLst>
          </p:cNvPr>
          <p:cNvSpPr/>
          <p:nvPr/>
        </p:nvSpPr>
        <p:spPr>
          <a:xfrm>
            <a:off x="1706880" y="2996441"/>
            <a:ext cx="929640" cy="660401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매출</a:t>
            </a:r>
          </a:p>
        </p:txBody>
      </p:sp>
      <p:sp>
        <p:nvSpPr>
          <p:cNvPr id="38" name="순서도: 다른 페이지 연결선 37">
            <a:extLst>
              <a:ext uri="{FF2B5EF4-FFF2-40B4-BE49-F238E27FC236}">
                <a16:creationId xmlns:a16="http://schemas.microsoft.com/office/drawing/2014/main" id="{8DBC91BC-A11E-E277-6B34-A602E97708F5}"/>
              </a:ext>
            </a:extLst>
          </p:cNvPr>
          <p:cNvSpPr/>
          <p:nvPr/>
        </p:nvSpPr>
        <p:spPr>
          <a:xfrm>
            <a:off x="1706880" y="3784353"/>
            <a:ext cx="929640" cy="152400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특장제조</a:t>
            </a:r>
          </a:p>
        </p:txBody>
      </p:sp>
      <p:sp>
        <p:nvSpPr>
          <p:cNvPr id="39" name="순서도: 다른 페이지 연결선 38">
            <a:extLst>
              <a:ext uri="{FF2B5EF4-FFF2-40B4-BE49-F238E27FC236}">
                <a16:creationId xmlns:a16="http://schemas.microsoft.com/office/drawing/2014/main" id="{7F15214C-93EB-20E6-3ACA-09A43E78C907}"/>
              </a:ext>
            </a:extLst>
          </p:cNvPr>
          <p:cNvSpPr/>
          <p:nvPr/>
        </p:nvSpPr>
        <p:spPr>
          <a:xfrm>
            <a:off x="1706880" y="5426711"/>
            <a:ext cx="929640" cy="56261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대행업무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368BE6AE-2B98-69D4-75A0-A6ED31EAF7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2140" y="1560830"/>
            <a:ext cx="24638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44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 Soo Lee</dc:creator>
  <cp:lastModifiedBy>Hyun Soo Lee</cp:lastModifiedBy>
  <cp:revision>2</cp:revision>
  <dcterms:created xsi:type="dcterms:W3CDTF">2026-06-26T04:01:27Z</dcterms:created>
  <dcterms:modified xsi:type="dcterms:W3CDTF">2026-06-26T04:23:51Z</dcterms:modified>
</cp:coreProperties>
</file>